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4C2C2-0A76-BF19-5EE0-8FCF8D5DF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E24C72-7434-4420-BEA4-301C895C2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FA1A19-C0A4-A523-B534-78FEE7F1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971E2-AEC2-254C-7475-E0A0DB48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C0F523-CF75-4D36-189B-F3BCF531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31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33DD5-CDF9-01BD-675E-BD1E593A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E6A25F-26C2-0EA1-2CFB-C5CF95980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05F47-540C-D29E-CC17-C9D4E2E2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2062A-2113-FB01-2746-BBA0A9CA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18A3E-CF1A-0111-65A8-607CBC7D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86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7A48B-576C-C33D-D5D2-059B952C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4AA74F-87F2-FEAA-965A-0CFC5BBE5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0A1BC-FC5E-3A66-C853-754B5156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D29FB-4DCB-E7DC-4C06-343AE893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11F23-9CC0-7E6F-9B83-07C8BDBA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70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5B946-4CC6-F089-A164-DBE120D3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9F67F-02BA-3F49-6620-91C161E11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CA1AFE-A703-52EA-EEA3-10BA00D3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DB06B3-F715-3D38-5B3A-BDC67CD1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D367E0-7E53-C0C5-DD37-6FE04041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6C5CB7-F303-9DF8-B426-5249B8CC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67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95A18-86BE-E6DE-4BEE-8484E2D1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E75E2C-AAE6-2EAB-416C-104273984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06CD23-AE31-5909-D29D-CD443111B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68AEAC-A575-186B-56C5-16F800BFC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869939-6A79-6845-8932-B2B831809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7535B5-B755-84CD-6D52-A7A7C3D6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5FB46C-7437-3F5A-AA37-F62A92D8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A92DA5-0C84-B169-4E5A-8711BBE3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25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F1396-E8BC-C4ED-6E81-151EE626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E7FFAAE-9FFF-D106-9A2D-DC72EC2F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04D956-E9DD-666A-3A3F-1688C728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7DE2DB-D61F-4BC3-D664-52B66487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73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32FBB9-E455-1006-28E7-DA58CED4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AB6AC9-D5BF-FD2D-1D12-FB974138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1E2977-65F7-DDE4-C662-91671CB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67558-3EC8-64D7-8D5F-07617CCE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14305C-ABE3-005C-2042-B27EEBF4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35A9CE-826E-41B3-A511-20BC88608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A5B417-494F-85AC-8F40-1771F90F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579560-EEFF-EB64-85B3-7491D80A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0F1827-5A38-1D78-F819-46FC2FAC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3B038-3F8E-3125-428E-B6B585C2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58EAF7-79C0-1EBD-D516-1D485847D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7F05D2-9AAC-E3FD-18E2-92ADDB1E2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DC55D7-CB23-E11F-6F46-532454D1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611F9F-9304-1169-22F6-BB9F3C8E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994576-B246-66F8-FB85-0088DE95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65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19922-3B06-791B-6CA2-EF60913E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10B7E4-4166-62D2-696A-58A0566C2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90F54-6E4E-38C9-C31A-246B18DF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6DA4-1498-2B83-74C2-6101AA80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6D618-D004-5814-2742-E901AB51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19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9729A3-30D8-F6E2-B6F4-6ADBD5597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DFBE05-FDC9-4F9C-5B13-94BE3FC4D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4BA8E-4F04-C565-2602-95355C88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E5E73-14D9-802D-4DE1-2601FCE4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44E20A-ADEA-6919-DD23-D05B6A3C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58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9CF15-E4D2-C2E7-5E99-8904CFC1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3B037F-F131-8BCF-F2AC-A13DD36A3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67667F-5525-9FF3-8341-564505A7D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B1B1D-B12D-4EE6-BC3C-84CF04F53BC5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B5B7F3-90E4-5AF6-DE32-DF36CB9DF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56CE96-22DF-9F79-0CF0-1EDAD4EB6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1DE6-48E1-470A-8E27-6CB102C12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52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59DDFDA-B768-2338-8DCD-960F4B7D1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518BB-3753-AD1E-056E-51CE6D09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20542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invoker-game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1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8958C-0B1C-3C45-1F98-133D36523E3D}"/>
              </a:ext>
            </a:extLst>
          </p:cNvPr>
          <p:cNvSpPr txBox="1"/>
          <p:nvPr/>
        </p:nvSpPr>
        <p:spPr>
          <a:xfrm>
            <a:off x="111211" y="0"/>
            <a:ext cx="1109018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Я считаю что данный сайт поможет новичкам научится играть на </a:t>
            </a:r>
            <a:r>
              <a:rPr lang="ru-RU" sz="4400" dirty="0" err="1"/>
              <a:t>инвокере</a:t>
            </a:r>
            <a:r>
              <a:rPr lang="ru-RU" sz="4400" dirty="0"/>
              <a:t>.</a:t>
            </a:r>
          </a:p>
          <a:p>
            <a:r>
              <a:rPr lang="ru-RU" sz="4400" dirty="0"/>
              <a:t>Идея данного проекта у меня появилась когда я увидел как мой брат ужасно играет на </a:t>
            </a:r>
            <a:r>
              <a:rPr lang="ru-RU" sz="4400" dirty="0" err="1"/>
              <a:t>инвокере</a:t>
            </a:r>
            <a:r>
              <a:rPr lang="ru-RU" sz="4400" dirty="0"/>
              <a:t> и он </a:t>
            </a:r>
            <a:r>
              <a:rPr lang="ru-RU" sz="4400" dirty="0" err="1"/>
              <a:t>заруинел</a:t>
            </a:r>
            <a:r>
              <a:rPr lang="ru-RU" sz="4400" dirty="0"/>
              <a:t> мне игру.</a:t>
            </a:r>
          </a:p>
        </p:txBody>
      </p:sp>
    </p:spTree>
    <p:extLst>
      <p:ext uri="{BB962C8B-B14F-4D97-AF65-F5344CB8AC3E}">
        <p14:creationId xmlns:p14="http://schemas.microsoft.com/office/powerpoint/2010/main" val="293611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AC07-30D8-CB64-8A0D-F054FD93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B409D-332F-3FFB-B500-3FDDF8FF009F}"/>
              </a:ext>
            </a:extLst>
          </p:cNvPr>
          <p:cNvSpPr txBox="1"/>
          <p:nvPr/>
        </p:nvSpPr>
        <p:spPr>
          <a:xfrm>
            <a:off x="298107" y="180403"/>
            <a:ext cx="6275688" cy="6379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Frontend (JS/HTML/CSS)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Vanilla JavaScript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чистый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JS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без фреймворков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Bootstrap 5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стилизации интерфейса и компонента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Toast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F1115"/>
                </a:solidFill>
                <a:effectLst/>
                <a:latin typeface="quote-cjk-patch"/>
              </a:rPr>
              <a:t>LocalStorage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/JSON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хранения данных на клиенте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Fetch API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асинхронных запросов к серверу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Base64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изображения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- встроенные изображения способностей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Backend (Python/Flask)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микро-фреймворк для серверной части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JSON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формат обмена данными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Файловое хранение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-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last_time.json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сохранения рекордов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Таймер, генерация случайного порядка скилов, сохранение рекордов и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тд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0102208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Широкоэкранный</PresentationFormat>
  <Paragraphs>14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Menlo</vt:lpstr>
      <vt:lpstr>quote-cjk-patch</vt:lpstr>
      <vt:lpstr>Тема Office</vt:lpstr>
      <vt:lpstr>invoker-game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zhirnowu@gmail.com</dc:creator>
  <cp:lastModifiedBy>zhirnowu@gmail.com</cp:lastModifiedBy>
  <cp:revision>1</cp:revision>
  <dcterms:created xsi:type="dcterms:W3CDTF">2026-04-14T19:25:12Z</dcterms:created>
  <dcterms:modified xsi:type="dcterms:W3CDTF">2026-04-14T19:25:30Z</dcterms:modified>
</cp:coreProperties>
</file>